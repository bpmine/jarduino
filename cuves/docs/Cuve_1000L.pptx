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2FD520-E86F-A5F8-B04A-14951089C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3F80B8-F7D1-DB52-DC18-A75598A7EB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FD7A9CD-B737-770B-5F1A-BCBCB0A3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F28E0D4-6167-28E9-824B-DFFA269AF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B1E62C-987A-B9FB-7C6E-F7779ADC8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822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6F8C8A-AE22-AE89-FD72-4380E1F3A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05B29BC-17EF-DFC0-4E2E-8338F7449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A7D017-ED9C-2D84-A558-374BD0311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772425-F1F6-D1A7-6385-075B928F5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2D38FB-FC95-A470-9461-48994566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9484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3437A6-0096-3FA1-A650-87EF505DB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5CF7DA-0721-0EFD-6D5B-088B2AD060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8FE4C43-01C6-9304-A8D1-48EE87A75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0A1030-5BBE-BB53-3AD9-2CCB7B067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CE29F5-AD39-BADE-9F47-C7B19EBDA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7441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CCA67A-F720-8C39-F295-EF4102AC6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B256D5-889C-C36C-1A2A-7C389624FD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2447FD9-18AE-3005-A5A8-79ED36AC8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A2A3FE7-BEA7-F2F6-7AE9-0B679B5D8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A0D0384-E38A-9343-6677-0BFF89488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2168FA9-8720-14E5-BC66-E0EA44534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0534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6C5CB3-69DB-C24F-0D4C-FF06EAACA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5181B0-E65A-C1F0-5523-9E9E59F9D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7B2B67-1164-B714-19D9-F0DF8482A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05F4F32-4F43-3DFC-6F7F-0347A0F785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4F781B0-4A59-D03C-A6E2-34CFE46C0C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053C865-1AD2-34CB-E154-B506B3CB9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513E633-16B2-104B-4E4C-F2616F641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B43AEA6-38E8-C493-E994-161C52E94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8215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E8C24-EA95-470E-B0A0-77AF550CC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B7F7B3D-70EC-C920-08BD-1A172EB8D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5B7C11C-42EF-B888-0107-ECD886550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0C664CC-EAC7-E93A-FA16-F188773E6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3023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7688DF2-E631-34CA-585A-60E5ADB5E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557841F-6B26-9910-826E-3E5C7C9A3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A8941B-977E-57B4-043B-A0AF19D25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8090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286318-267B-D209-92C4-CB5E738B7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8565C2C-4967-FC87-F45B-F407E60E2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C1BDAF9-47AF-0078-D603-779C814F8E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11EFC4D-7477-881B-EC47-1CC54A45C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7FCE3A7-EDCF-B34B-0F0E-3C43DF8BD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34747B2-8774-CD2A-56E1-7DFAC5CC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099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D6347C-9ECE-1606-E3CF-D35AA1AAB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7FDC273-8D74-AF07-86E0-D9B6BC918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08EC0C-8900-62BF-7891-367038ADA1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C5B332E-1660-B8E1-9600-44E82DC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1E57051-03D1-02A3-C2F3-2157CE4C5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580F43D-07F1-7925-3DF7-1753B66F4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986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CA5E8D-0A4C-0244-E6A8-E544E27E0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4D19D0E-1FA5-D7E0-319D-D90FBCA20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71A9A3-881B-B267-A714-9DEF89F33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E13787-705D-1074-06F4-A18684AF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E2046D-4EB6-B798-FEB2-B2EDFA33F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9662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2816101-5341-E9BD-213B-0F6D8D604B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513B00B-5B65-3E07-1D31-FF6DD85317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02B72F-971E-0C11-CB9A-A391A78DF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589722-4152-834F-C69D-235AB899F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42D6D2-44D4-013D-218A-F535CD6F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7610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DE44C80-2395-CCAA-0F55-A8497BD74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BA29AEC-5C01-4621-F0DE-2AEA39B18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FED97F-DE49-9CA2-B633-011412280E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CD65D8-E6F6-48B1-BF1B-BF7E0286D138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E440FA-FFDF-1E7F-CC01-A80BB33D91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D23C21F-6850-214E-5DD2-2234A8EAA3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7F23BC-B620-4B9A-9588-A1B55AAA5DC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3504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10BAFA-DAC0-D525-A271-5A6E2BA590D6}"/>
              </a:ext>
            </a:extLst>
          </p:cNvPr>
          <p:cNvSpPr/>
          <p:nvPr/>
        </p:nvSpPr>
        <p:spPr>
          <a:xfrm>
            <a:off x="1692998" y="1539089"/>
            <a:ext cx="298764" cy="45176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BB0EB2AA-625D-E80D-550E-888DE3716B9F}"/>
              </a:ext>
            </a:extLst>
          </p:cNvPr>
          <p:cNvGrpSpPr/>
          <p:nvPr/>
        </p:nvGrpSpPr>
        <p:grpSpPr>
          <a:xfrm>
            <a:off x="128575" y="1367597"/>
            <a:ext cx="578668" cy="4702345"/>
            <a:chOff x="1295399" y="811215"/>
            <a:chExt cx="578668" cy="4702345"/>
          </a:xfrm>
        </p:grpSpPr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AFDCBB97-DE2D-3EE9-87F8-5FA71AB24CBE}"/>
                </a:ext>
              </a:extLst>
            </p:cNvPr>
            <p:cNvCxnSpPr/>
            <p:nvPr/>
          </p:nvCxnSpPr>
          <p:spPr>
            <a:xfrm>
              <a:off x="1874067" y="995881"/>
              <a:ext cx="0" cy="4517679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A77AB5E3-53FD-F280-354C-832CB16D83AD}"/>
                </a:ext>
              </a:extLst>
            </p:cNvPr>
            <p:cNvSpPr txBox="1"/>
            <p:nvPr/>
          </p:nvSpPr>
          <p:spPr>
            <a:xfrm>
              <a:off x="1295399" y="811215"/>
              <a:ext cx="5052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2m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A0C7D196-89C1-4955-5877-50939FCE0B30}"/>
              </a:ext>
            </a:extLst>
          </p:cNvPr>
          <p:cNvGrpSpPr/>
          <p:nvPr/>
        </p:nvGrpSpPr>
        <p:grpSpPr>
          <a:xfrm>
            <a:off x="2171104" y="5559334"/>
            <a:ext cx="1350050" cy="497434"/>
            <a:chOff x="1276539" y="5052763"/>
            <a:chExt cx="1350050" cy="516049"/>
          </a:xfrm>
        </p:grpSpPr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077EB7AA-F2FA-BC73-B459-E2943FFE6D01}"/>
                </a:ext>
              </a:extLst>
            </p:cNvPr>
            <p:cNvCxnSpPr>
              <a:cxnSpLocks/>
            </p:cNvCxnSpPr>
            <p:nvPr/>
          </p:nvCxnSpPr>
          <p:spPr>
            <a:xfrm>
              <a:off x="1276539" y="5052763"/>
              <a:ext cx="0" cy="516049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DD4AEB15-9800-D331-035D-B38DB63D6082}"/>
                </a:ext>
              </a:extLst>
            </p:cNvPr>
            <p:cNvSpPr txBox="1"/>
            <p:nvPr/>
          </p:nvSpPr>
          <p:spPr>
            <a:xfrm>
              <a:off x="1276539" y="5119211"/>
              <a:ext cx="1350050" cy="3831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20cm (Mini)</a:t>
              </a:r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92E60565-44B9-E2A4-C442-BFBAF4B869DD}"/>
              </a:ext>
            </a:extLst>
          </p:cNvPr>
          <p:cNvGrpSpPr/>
          <p:nvPr/>
        </p:nvGrpSpPr>
        <p:grpSpPr>
          <a:xfrm>
            <a:off x="3654363" y="3626437"/>
            <a:ext cx="1532792" cy="2430331"/>
            <a:chOff x="1276538" y="3047533"/>
            <a:chExt cx="1532792" cy="2521279"/>
          </a:xfrm>
        </p:grpSpPr>
        <p:cxnSp>
          <p:nvCxnSpPr>
            <p:cNvPr id="14" name="Connecteur droit avec flèche 13">
              <a:extLst>
                <a:ext uri="{FF2B5EF4-FFF2-40B4-BE49-F238E27FC236}">
                  <a16:creationId xmlns:a16="http://schemas.microsoft.com/office/drawing/2014/main" id="{BB115F01-A4A9-46AE-0594-01CA541A05D7}"/>
                </a:ext>
              </a:extLst>
            </p:cNvPr>
            <p:cNvCxnSpPr>
              <a:cxnSpLocks/>
            </p:cNvCxnSpPr>
            <p:nvPr/>
          </p:nvCxnSpPr>
          <p:spPr>
            <a:xfrm>
              <a:off x="1276539" y="3225442"/>
              <a:ext cx="0" cy="234337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02EDEC12-B91C-5293-4F25-306568D11B78}"/>
                </a:ext>
              </a:extLst>
            </p:cNvPr>
            <p:cNvSpPr txBox="1"/>
            <p:nvPr/>
          </p:nvSpPr>
          <p:spPr>
            <a:xfrm>
              <a:off x="1276538" y="3047533"/>
              <a:ext cx="1532792" cy="3831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90cm (Milieu)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795A49AA-F926-77C0-688A-F365D0FA280A}"/>
              </a:ext>
            </a:extLst>
          </p:cNvPr>
          <p:cNvGrpSpPr/>
          <p:nvPr/>
        </p:nvGrpSpPr>
        <p:grpSpPr>
          <a:xfrm>
            <a:off x="5316967" y="2154725"/>
            <a:ext cx="1463862" cy="3902042"/>
            <a:chOff x="1276539" y="1291601"/>
            <a:chExt cx="1463862" cy="4277211"/>
          </a:xfrm>
        </p:grpSpPr>
        <p:cxnSp>
          <p:nvCxnSpPr>
            <p:cNvPr id="18" name="Connecteur droit avec flèche 17">
              <a:extLst>
                <a:ext uri="{FF2B5EF4-FFF2-40B4-BE49-F238E27FC236}">
                  <a16:creationId xmlns:a16="http://schemas.microsoft.com/office/drawing/2014/main" id="{A6BAC368-E507-1F84-02DF-FBB4C93CF206}"/>
                </a:ext>
              </a:extLst>
            </p:cNvPr>
            <p:cNvCxnSpPr>
              <a:cxnSpLocks/>
            </p:cNvCxnSpPr>
            <p:nvPr/>
          </p:nvCxnSpPr>
          <p:spPr>
            <a:xfrm>
              <a:off x="1276539" y="1483178"/>
              <a:ext cx="0" cy="408563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B6CDE431-8D74-A480-EBB5-B76DC14BC3F0}"/>
                </a:ext>
              </a:extLst>
            </p:cNvPr>
            <p:cNvSpPr txBox="1"/>
            <p:nvPr/>
          </p:nvSpPr>
          <p:spPr>
            <a:xfrm>
              <a:off x="1276539" y="1291601"/>
              <a:ext cx="1463862" cy="3831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140cm (Max)</a:t>
              </a: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E6F46DF-A102-F3BC-17F8-D007A49DBE3D}"/>
              </a:ext>
            </a:extLst>
          </p:cNvPr>
          <p:cNvGrpSpPr/>
          <p:nvPr/>
        </p:nvGrpSpPr>
        <p:grpSpPr>
          <a:xfrm>
            <a:off x="754777" y="1795344"/>
            <a:ext cx="648887" cy="4274598"/>
            <a:chOff x="1225180" y="1238962"/>
            <a:chExt cx="648887" cy="4274598"/>
          </a:xfrm>
        </p:grpSpPr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B17C0DC9-B12F-B24F-EB00-041B5C223E8D}"/>
                </a:ext>
              </a:extLst>
            </p:cNvPr>
            <p:cNvCxnSpPr>
              <a:cxnSpLocks/>
            </p:cNvCxnSpPr>
            <p:nvPr/>
          </p:nvCxnSpPr>
          <p:spPr>
            <a:xfrm>
              <a:off x="1874067" y="1480648"/>
              <a:ext cx="0" cy="403291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651D7315-06E7-444B-A16E-FE84D6EAA3A5}"/>
                </a:ext>
              </a:extLst>
            </p:cNvPr>
            <p:cNvSpPr txBox="1"/>
            <p:nvPr/>
          </p:nvSpPr>
          <p:spPr>
            <a:xfrm>
              <a:off x="1225180" y="1238962"/>
              <a:ext cx="64152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180cm</a:t>
              </a:r>
            </a:p>
            <a:p>
              <a:r>
                <a:rPr lang="fr-FR" sz="1200" dirty="0"/>
                <a:t>(Haut</a:t>
              </a:r>
            </a:p>
            <a:p>
              <a:r>
                <a:rPr lang="fr-FR" sz="1200" dirty="0"/>
                <a:t>cuve)</a:t>
              </a:r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0271C20-CC4F-F4FF-4098-63BC1FEEBACA}"/>
              </a:ext>
            </a:extLst>
          </p:cNvPr>
          <p:cNvSpPr/>
          <p:nvPr/>
        </p:nvSpPr>
        <p:spPr>
          <a:xfrm>
            <a:off x="1990356" y="5428245"/>
            <a:ext cx="361495" cy="9906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B9C8D-749A-6570-30A6-816ACDEA8067}"/>
              </a:ext>
            </a:extLst>
          </p:cNvPr>
          <p:cNvSpPr/>
          <p:nvPr/>
        </p:nvSpPr>
        <p:spPr>
          <a:xfrm>
            <a:off x="1986772" y="3811102"/>
            <a:ext cx="361495" cy="9906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DE1E28-849A-538D-801C-E4484007E1B4}"/>
              </a:ext>
            </a:extLst>
          </p:cNvPr>
          <p:cNvSpPr/>
          <p:nvPr/>
        </p:nvSpPr>
        <p:spPr>
          <a:xfrm>
            <a:off x="2008351" y="2342611"/>
            <a:ext cx="361495" cy="9906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41B24DD6-E429-D147-8A57-02A07DF25084}"/>
              </a:ext>
            </a:extLst>
          </p:cNvPr>
          <p:cNvCxnSpPr>
            <a:cxnSpLocks/>
          </p:cNvCxnSpPr>
          <p:nvPr/>
        </p:nvCxnSpPr>
        <p:spPr>
          <a:xfrm>
            <a:off x="2369846" y="2385118"/>
            <a:ext cx="2817309" cy="7025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335CC468-C3AE-8950-0F3C-4B102777CA03}"/>
              </a:ext>
            </a:extLst>
          </p:cNvPr>
          <p:cNvCxnSpPr>
            <a:cxnSpLocks/>
          </p:cNvCxnSpPr>
          <p:nvPr/>
        </p:nvCxnSpPr>
        <p:spPr>
          <a:xfrm>
            <a:off x="2369846" y="3860634"/>
            <a:ext cx="1151308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13D7635E-2CA2-156E-770D-9E93950F0721}"/>
              </a:ext>
            </a:extLst>
          </p:cNvPr>
          <p:cNvCxnSpPr>
            <a:cxnSpLocks/>
          </p:cNvCxnSpPr>
          <p:nvPr/>
        </p:nvCxnSpPr>
        <p:spPr>
          <a:xfrm>
            <a:off x="781936" y="1545559"/>
            <a:ext cx="847686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A096927C-E43F-29DA-7E6E-DA269DD54A71}"/>
              </a:ext>
            </a:extLst>
          </p:cNvPr>
          <p:cNvSpPr txBox="1"/>
          <p:nvPr/>
        </p:nvSpPr>
        <p:spPr>
          <a:xfrm>
            <a:off x="309440" y="218974"/>
            <a:ext cx="66898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Mât avec capteurs de niveaux pour cuve 1000 L</a:t>
            </a:r>
          </a:p>
        </p:txBody>
      </p:sp>
      <p:graphicFrame>
        <p:nvGraphicFramePr>
          <p:cNvPr id="39" name="Tableau 38">
            <a:extLst>
              <a:ext uri="{FF2B5EF4-FFF2-40B4-BE49-F238E27FC236}">
                <a16:creationId xmlns:a16="http://schemas.microsoft.com/office/drawing/2014/main" id="{C319EAB8-C0AB-ED70-9750-827AEED63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8611096"/>
              </p:ext>
            </p:extLst>
          </p:nvPr>
        </p:nvGraphicFramePr>
        <p:xfrm>
          <a:off x="7446808" y="4241142"/>
          <a:ext cx="418688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654">
                  <a:extLst>
                    <a:ext uri="{9D8B030D-6E8A-4147-A177-3AD203B41FA5}">
                      <a16:colId xmlns:a16="http://schemas.microsoft.com/office/drawing/2014/main" val="3065712668"/>
                    </a:ext>
                  </a:extLst>
                </a:gridCol>
                <a:gridCol w="1513616">
                  <a:extLst>
                    <a:ext uri="{9D8B030D-6E8A-4147-A177-3AD203B41FA5}">
                      <a16:colId xmlns:a16="http://schemas.microsoft.com/office/drawing/2014/main" val="4085899685"/>
                    </a:ext>
                  </a:extLst>
                </a:gridCol>
                <a:gridCol w="1513616">
                  <a:extLst>
                    <a:ext uri="{9D8B030D-6E8A-4147-A177-3AD203B41FA5}">
                      <a16:colId xmlns:a16="http://schemas.microsoft.com/office/drawing/2014/main" val="3301777230"/>
                    </a:ext>
                  </a:extLst>
                </a:gridCol>
              </a:tblGrid>
              <a:tr h="306648">
                <a:tc>
                  <a:txBody>
                    <a:bodyPr/>
                    <a:lstStyle/>
                    <a:p>
                      <a:r>
                        <a:rPr lang="fr-FR" dirty="0"/>
                        <a:t>Hauteur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Volume (L)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Volume (m³)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399663"/>
                  </a:ext>
                </a:extLst>
              </a:tr>
              <a:tr h="306648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180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2755580"/>
                  </a:ext>
                </a:extLst>
              </a:tr>
              <a:tr h="306648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140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0,778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519371"/>
                  </a:ext>
                </a:extLst>
              </a:tr>
              <a:tr h="306648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90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9861944"/>
                  </a:ext>
                </a:extLst>
              </a:tr>
              <a:tr h="306648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20 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0,111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7275235"/>
                  </a:ext>
                </a:extLst>
              </a:tr>
            </a:tbl>
          </a:graphicData>
        </a:graphic>
      </p:graphicFrame>
      <p:sp>
        <p:nvSpPr>
          <p:cNvPr id="40" name="ZoneTexte 39">
            <a:extLst>
              <a:ext uri="{FF2B5EF4-FFF2-40B4-BE49-F238E27FC236}">
                <a16:creationId xmlns:a16="http://schemas.microsoft.com/office/drawing/2014/main" id="{2FA1128F-5DE1-643E-60CF-38E18C4D9058}"/>
              </a:ext>
            </a:extLst>
          </p:cNvPr>
          <p:cNvSpPr txBox="1"/>
          <p:nvPr/>
        </p:nvSpPr>
        <p:spPr>
          <a:xfrm>
            <a:off x="7446808" y="1385829"/>
            <a:ext cx="45407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Perçage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Découpe à l'arrière pour visser le capteur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Soudure arrière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Eventuellement résine</a:t>
            </a:r>
          </a:p>
        </p:txBody>
      </p:sp>
    </p:spTree>
    <p:extLst>
      <p:ext uri="{BB962C8B-B14F-4D97-AF65-F5344CB8AC3E}">
        <p14:creationId xmlns:p14="http://schemas.microsoft.com/office/powerpoint/2010/main" val="2723984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96C8BAF-68F3-4B78-B238-35DF5D865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4CD6D0-5A87-4BA2-A13A-0E40511C3C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4774" y="699565"/>
            <a:ext cx="3553132" cy="5156200"/>
            <a:chOff x="7807230" y="2012810"/>
            <a:chExt cx="3251252" cy="3459865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877EAC0-2063-444D-8EE9-72FED2E03B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0" y="2012810"/>
              <a:ext cx="3251252" cy="3459865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1905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C155BF8-661A-4F4A-B4EC-923105C69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1" y="2026142"/>
              <a:ext cx="3251250" cy="3440203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762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w="38100" h="38100"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537076-EF48-4F72-9164-FD8260D55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19434" y="699565"/>
            <a:ext cx="3553132" cy="5156200"/>
            <a:chOff x="7807230" y="2012810"/>
            <a:chExt cx="3251252" cy="3459865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89673CB-C48B-4D05-B6E4-B88CD5BAA0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0" y="2012810"/>
              <a:ext cx="3251252" cy="3459865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1905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6C31A20-B341-476E-8C04-A26C87E14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1" y="2026142"/>
              <a:ext cx="3251250" cy="3440203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762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w="38100" h="38100"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Image 10">
            <a:extLst>
              <a:ext uri="{FF2B5EF4-FFF2-40B4-BE49-F238E27FC236}">
                <a16:creationId xmlns:a16="http://schemas.microsoft.com/office/drawing/2014/main" id="{CA3E6864-D89C-E30A-CB3A-BA7E3DD61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782" y="872793"/>
            <a:ext cx="2525115" cy="4809744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6EFC3492-86BD-4D75-B5B4-C2DBFE0BD1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104093" y="699565"/>
            <a:ext cx="3553132" cy="5156200"/>
            <a:chOff x="7807230" y="2012810"/>
            <a:chExt cx="3251252" cy="3459865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72E5074-2516-4705-BFF1-F508394A0A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0" y="2012810"/>
              <a:ext cx="3251252" cy="3459865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1905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2259E4C-F24C-4180-AEC3-76255D535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1" y="2026142"/>
              <a:ext cx="3251250" cy="3440203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762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w="38100" h="38100"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ABC5B77E-E3DC-76B0-FA79-DCE9EB605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919" y="872793"/>
            <a:ext cx="3159480" cy="48097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54A77C5-4C2D-71D0-D998-F9E21E2EEE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4371" y="872793"/>
            <a:ext cx="1937738" cy="4809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11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1E3AD08-EF71-1747-51ED-956495F1F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637" y="839650"/>
            <a:ext cx="2038635" cy="2191056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6F3C8B8F-C20A-4D2D-CA2D-1E9EB87B9D27}"/>
              </a:ext>
            </a:extLst>
          </p:cNvPr>
          <p:cNvGrpSpPr/>
          <p:nvPr/>
        </p:nvGrpSpPr>
        <p:grpSpPr>
          <a:xfrm>
            <a:off x="4572000" y="2290813"/>
            <a:ext cx="2379252" cy="781908"/>
            <a:chOff x="4572000" y="2290813"/>
            <a:chExt cx="2379252" cy="781908"/>
          </a:xfrm>
        </p:grpSpPr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2F61F6B4-42EF-F79F-864E-CF45410600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72000" y="2290813"/>
              <a:ext cx="1258432" cy="5972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417406CB-F4D5-60CD-3AE9-323D4F3281CD}"/>
                </a:ext>
              </a:extLst>
            </p:cNvPr>
            <p:cNvSpPr txBox="1"/>
            <p:nvPr/>
          </p:nvSpPr>
          <p:spPr>
            <a:xfrm>
              <a:off x="5830432" y="2703389"/>
              <a:ext cx="11208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Commun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0284285-758E-3E7D-A827-4C7C0B95AEAD}"/>
              </a:ext>
            </a:extLst>
          </p:cNvPr>
          <p:cNvGrpSpPr/>
          <p:nvPr/>
        </p:nvGrpSpPr>
        <p:grpSpPr>
          <a:xfrm>
            <a:off x="4178726" y="2341131"/>
            <a:ext cx="1044638" cy="840149"/>
            <a:chOff x="4572000" y="2290813"/>
            <a:chExt cx="1044638" cy="840149"/>
          </a:xfrm>
        </p:grpSpPr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04BF273E-4C32-D293-61AA-D138C83DE32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72000" y="2290813"/>
              <a:ext cx="526328" cy="5733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940BD519-B076-7BB1-4448-3B7892E52A2C}"/>
                </a:ext>
              </a:extLst>
            </p:cNvPr>
            <p:cNvSpPr txBox="1"/>
            <p:nvPr/>
          </p:nvSpPr>
          <p:spPr>
            <a:xfrm>
              <a:off x="5056869" y="2761630"/>
              <a:ext cx="5597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Bas</a:t>
              </a:r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A48A2EDB-B207-B284-01DD-30F2061D0690}"/>
              </a:ext>
            </a:extLst>
          </p:cNvPr>
          <p:cNvGrpSpPr/>
          <p:nvPr/>
        </p:nvGrpSpPr>
        <p:grpSpPr>
          <a:xfrm>
            <a:off x="3913924" y="2467666"/>
            <a:ext cx="1513316" cy="1181442"/>
            <a:chOff x="4375363" y="2021628"/>
            <a:chExt cx="1513316" cy="1181442"/>
          </a:xfrm>
        </p:grpSpPr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A4B079E7-8EC6-9CA8-155F-03D79F0586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75363" y="2021628"/>
              <a:ext cx="749671" cy="9354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4D5077A9-36E3-4139-C6F4-95841AB9DFF5}"/>
                </a:ext>
              </a:extLst>
            </p:cNvPr>
            <p:cNvSpPr txBox="1"/>
            <p:nvPr/>
          </p:nvSpPr>
          <p:spPr>
            <a:xfrm>
              <a:off x="5102886" y="2833738"/>
              <a:ext cx="7857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Milieu</a:t>
              </a: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A192D7E5-E2FA-D23C-D7A1-3167A68C5E89}"/>
              </a:ext>
            </a:extLst>
          </p:cNvPr>
          <p:cNvGrpSpPr/>
          <p:nvPr/>
        </p:nvGrpSpPr>
        <p:grpSpPr>
          <a:xfrm>
            <a:off x="3618705" y="2645853"/>
            <a:ext cx="1424856" cy="1389754"/>
            <a:chOff x="4375363" y="2021628"/>
            <a:chExt cx="1424856" cy="1389754"/>
          </a:xfrm>
        </p:grpSpPr>
        <p:cxnSp>
          <p:nvCxnSpPr>
            <p:cNvPr id="22" name="Connecteur droit avec flèche 21">
              <a:extLst>
                <a:ext uri="{FF2B5EF4-FFF2-40B4-BE49-F238E27FC236}">
                  <a16:creationId xmlns:a16="http://schemas.microsoft.com/office/drawing/2014/main" id="{29DDB9C3-3549-4940-DA5F-EA41DA89DF0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75363" y="2021628"/>
              <a:ext cx="812123" cy="10204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36917602-8532-9CA5-9344-D3F4F5ECACC6}"/>
                </a:ext>
              </a:extLst>
            </p:cNvPr>
            <p:cNvSpPr txBox="1"/>
            <p:nvPr/>
          </p:nvSpPr>
          <p:spPr>
            <a:xfrm>
              <a:off x="5125034" y="3042050"/>
              <a:ext cx="6751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Haut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799018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68</Words>
  <Application>Microsoft Office PowerPoint</Application>
  <PresentationFormat>Grand écran</PresentationFormat>
  <Paragraphs>31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Bernard PINOCHET</dc:creator>
  <cp:lastModifiedBy>BPC BPC</cp:lastModifiedBy>
  <cp:revision>6</cp:revision>
  <dcterms:created xsi:type="dcterms:W3CDTF">2024-03-30T07:52:55Z</dcterms:created>
  <dcterms:modified xsi:type="dcterms:W3CDTF">2026-04-18T09:35:17Z</dcterms:modified>
</cp:coreProperties>
</file>