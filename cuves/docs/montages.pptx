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59" r:id="rId3"/>
    <p:sldId id="260" r:id="rId4"/>
    <p:sldId id="261" r:id="rId5"/>
    <p:sldId id="262" r:id="rId6"/>
    <p:sldId id="263" r:id="rId7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97" d="100"/>
          <a:sy n="97" d="100"/>
        </p:scale>
        <p:origin x="1074" y="30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F4DE800-4FB4-6CD3-D587-D2F152CF8E2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C5A5E350-7D98-0B57-C059-2E8F22E0395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B3133B35-5A90-E2B2-916A-F730766634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DD6B95-511F-4BDA-9CF0-98EE77A1CEFE}" type="datetimeFigureOut">
              <a:rPr lang="fr-FR" smtClean="0"/>
              <a:t>16/04/2026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D651E994-A98D-D007-754D-D24895D6DC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0F0FEA1D-48A5-598F-3903-FCE81A5CA8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981A70-F565-4C64-A502-91E774C4FCD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2246463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8999193-E775-E93D-415F-C7275E109D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D3EA47AA-52DC-89E3-276C-8DCD72253E9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1F70C8AF-59AB-62CB-9FE0-09F776CF79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DD6B95-511F-4BDA-9CF0-98EE77A1CEFE}" type="datetimeFigureOut">
              <a:rPr lang="fr-FR" smtClean="0"/>
              <a:t>16/04/2026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2F826F8D-8802-6797-1CDF-9AFA9A836E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65254496-E4D8-A6E1-89E2-97B64AC78F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981A70-F565-4C64-A502-91E774C4FCD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851081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29CF45C-5492-52DF-3416-9EB63E3B9C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2F462D2E-205E-866E-D7B8-00265A2A0A7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4BE43118-89B9-2FCA-74C2-C9C4C58114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DD6B95-511F-4BDA-9CF0-98EE77A1CEFE}" type="datetimeFigureOut">
              <a:rPr lang="fr-FR" smtClean="0"/>
              <a:t>16/04/2026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C5D50198-13B1-F6FC-EB86-27271E573E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153521A8-403A-BA02-977B-B5D69BA299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981A70-F565-4C64-A502-91E774C4FCD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08676231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1DC3211-1AE5-7CFF-3784-D4ECD3B02C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C9B4BA6E-F3FC-B193-9DA7-72F22998F3B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250EB040-A9F7-D5CA-7CAA-B5AE9BC90AD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846B7662-C957-3A2F-87C3-AFE8AB546D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DD6B95-511F-4BDA-9CF0-98EE77A1CEFE}" type="datetimeFigureOut">
              <a:rPr lang="fr-FR" smtClean="0"/>
              <a:t>16/04/2026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90BCF1CF-DD82-F966-282D-3E47A8A928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CF2F0BAD-3067-DAFF-5A3C-D133EF3FB7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981A70-F565-4C64-A502-91E774C4FCD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7787551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6DE4B02-2E39-E2CA-AEF9-7DD4C8F762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47CC2C4B-D70E-FADC-E337-9F4C8E51D3B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B7D23BC7-1588-47F2-32D1-F4BEA5DAE74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D6B90D26-3396-276E-75FE-6ADAD70BC10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CC618469-71BC-14A6-8417-92566589D8A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2820BD9B-23F7-000E-14D7-64444565FF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DD6B95-511F-4BDA-9CF0-98EE77A1CEFE}" type="datetimeFigureOut">
              <a:rPr lang="fr-FR" smtClean="0"/>
              <a:t>16/04/2026</a:t>
            </a:fld>
            <a:endParaRPr lang="fr-FR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A8880780-9059-CD92-487D-0111E5B8F3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E4E98473-F02F-C740-D12D-E74AD15E87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981A70-F565-4C64-A502-91E774C4FCD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94410661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AFC1A94-40AC-9F6E-1CCE-9CFCF61671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8CA632E4-F6E4-B648-68C6-2D903E5C44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DD6B95-511F-4BDA-9CF0-98EE77A1CEFE}" type="datetimeFigureOut">
              <a:rPr lang="fr-FR" smtClean="0"/>
              <a:t>16/04/2026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AA8C8D58-BB60-528B-297A-9D51055D03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E0787847-D61D-D956-5CC7-A457A0E753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981A70-F565-4C64-A502-91E774C4FCD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3644699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F43948C9-CE0C-EA05-7839-80C144F731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DD6B95-511F-4BDA-9CF0-98EE77A1CEFE}" type="datetimeFigureOut">
              <a:rPr lang="fr-FR" smtClean="0"/>
              <a:t>16/04/2026</a:t>
            </a:fld>
            <a:endParaRPr lang="fr-FR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DFCAAF48-6A7D-2F7B-C85C-24C8556325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2CFE7431-0042-1307-8B21-048D78E6B9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981A70-F565-4C64-A502-91E774C4FCD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98590855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E25BD34-1830-8CB9-B1B1-E7D2A4F76D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93E2711C-43E6-DC2F-8CE2-753A859BD8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84D286BD-2946-733F-5A16-ABD92407220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D92EC399-93FB-36AD-6A4A-24E70FB64A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DD6B95-511F-4BDA-9CF0-98EE77A1CEFE}" type="datetimeFigureOut">
              <a:rPr lang="fr-FR" smtClean="0"/>
              <a:t>16/04/2026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3C3F1806-06D1-0A46-DC90-B5F7241050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A13C5FFF-4573-1492-30D1-E0CC45BC43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981A70-F565-4C64-A502-91E774C4FCD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1535913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0F48698-DA37-2FFF-8B09-48905FD1ED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9463A7BC-6412-21FA-D07C-2612E5DBAA8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AE5FFB21-1986-8917-8599-41DF358DA3B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D643921C-2CD0-B249-B155-7D9F0CD45E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DD6B95-511F-4BDA-9CF0-98EE77A1CEFE}" type="datetimeFigureOut">
              <a:rPr lang="fr-FR" smtClean="0"/>
              <a:t>16/04/2026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245F82AA-3F10-FF45-E4FA-251711FD18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47485CE5-CCAA-EDC4-0BD8-42C0CB394D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981A70-F565-4C64-A502-91E774C4FCD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80943623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DC9A209-D767-CAA7-971A-3260B0B6F0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CAC74680-0F1D-D9D5-6110-2537A9140A2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44FFDC5A-4451-3CA6-EC34-6A7FDAA3F8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DD6B95-511F-4BDA-9CF0-98EE77A1CEFE}" type="datetimeFigureOut">
              <a:rPr lang="fr-FR" smtClean="0"/>
              <a:t>16/04/2026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DE03F980-3FF8-B9DB-836A-68F7317973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183FE5D5-4447-6BE8-D0B5-AF42E7886F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981A70-F565-4C64-A502-91E774C4FCD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1857230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B44B5BEA-3A98-161A-0831-D5F099ED7EF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F905A497-D21B-243A-9933-B1A4F03FE8B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5D31BA5D-2454-0A60-C43F-FD95BCCDEB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DD6B95-511F-4BDA-9CF0-98EE77A1CEFE}" type="datetimeFigureOut">
              <a:rPr lang="fr-FR" smtClean="0"/>
              <a:t>16/04/2026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CAF31C37-78C5-4E2A-FDF6-D71B027253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9F950EDB-78BA-EB5D-4DA0-DA19D1258E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981A70-F565-4C64-A502-91E774C4FCD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1589277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825E9EEC-17AE-90AA-B753-2803855EE2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2622A766-4B09-86DB-A652-3C5A5E635C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751C1F90-B19E-DEF8-3D32-A85C83D2805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2DD6B95-511F-4BDA-9CF0-98EE77A1CEFE}" type="datetimeFigureOut">
              <a:rPr lang="fr-FR" smtClean="0"/>
              <a:t>16/04/2026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1248B0CA-76C2-3A2B-9B62-596C4DE9DA1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CC91767E-C883-024B-B23D-A8EAC8D3B24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C981A70-F565-4C64-A502-91E774C4FCD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0219160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4">
            <a:extLst>
              <a:ext uri="{FF2B5EF4-FFF2-40B4-BE49-F238E27FC236}">
                <a16:creationId xmlns:a16="http://schemas.microsoft.com/office/drawing/2014/main" id="{DDF33E28-3201-DFE9-B5B8-4A9E4B70FC5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4988" y="736375"/>
            <a:ext cx="5839748" cy="29786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686842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4">
            <a:extLst>
              <a:ext uri="{FF2B5EF4-FFF2-40B4-BE49-F238E27FC236}">
                <a16:creationId xmlns:a16="http://schemas.microsoft.com/office/drawing/2014/main" id="{76BF3B7F-1626-F02B-581F-A6D6EDB4CFF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8929" y="442632"/>
            <a:ext cx="5600655" cy="29193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892035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 3">
            <a:extLst>
              <a:ext uri="{FF2B5EF4-FFF2-40B4-BE49-F238E27FC236}">
                <a16:creationId xmlns:a16="http://schemas.microsoft.com/office/drawing/2014/main" id="{DB59B971-644F-2539-FBDF-C0E4CD98140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392" y="426695"/>
            <a:ext cx="2038635" cy="2191056"/>
          </a:xfrm>
          <a:prstGeom prst="rect">
            <a:avLst/>
          </a:prstGeom>
        </p:spPr>
      </p:pic>
      <p:grpSp>
        <p:nvGrpSpPr>
          <p:cNvPr id="5" name="Groupe 4">
            <a:extLst>
              <a:ext uri="{FF2B5EF4-FFF2-40B4-BE49-F238E27FC236}">
                <a16:creationId xmlns:a16="http://schemas.microsoft.com/office/drawing/2014/main" id="{71225CAB-34F8-F176-6F25-0AEF3ECFC8DE}"/>
              </a:ext>
            </a:extLst>
          </p:cNvPr>
          <p:cNvGrpSpPr/>
          <p:nvPr/>
        </p:nvGrpSpPr>
        <p:grpSpPr>
          <a:xfrm>
            <a:off x="2241755" y="1877858"/>
            <a:ext cx="2980378" cy="781908"/>
            <a:chOff x="4572000" y="2290813"/>
            <a:chExt cx="2980378" cy="781908"/>
          </a:xfrm>
        </p:grpSpPr>
        <p:cxnSp>
          <p:nvCxnSpPr>
            <p:cNvPr id="6" name="Connecteur droit avec flèche 5">
              <a:extLst>
                <a:ext uri="{FF2B5EF4-FFF2-40B4-BE49-F238E27FC236}">
                  <a16:creationId xmlns:a16="http://schemas.microsoft.com/office/drawing/2014/main" id="{9734137F-626B-3780-ABEA-5D16B8127AF9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4572000" y="2290813"/>
              <a:ext cx="1258432" cy="597242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7" name="ZoneTexte 6">
              <a:extLst>
                <a:ext uri="{FF2B5EF4-FFF2-40B4-BE49-F238E27FC236}">
                  <a16:creationId xmlns:a16="http://schemas.microsoft.com/office/drawing/2014/main" id="{B8BBAE36-BA65-B6D3-6855-0B7429113A6A}"/>
                </a:ext>
              </a:extLst>
            </p:cNvPr>
            <p:cNvSpPr txBox="1"/>
            <p:nvPr/>
          </p:nvSpPr>
          <p:spPr>
            <a:xfrm>
              <a:off x="5830432" y="2703389"/>
              <a:ext cx="172194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dirty="0"/>
                <a:t>Commun (</a:t>
              </a:r>
              <a:r>
                <a:rPr lang="fr-FR" dirty="0" err="1"/>
                <a:t>Gnd</a:t>
              </a:r>
              <a:r>
                <a:rPr lang="fr-FR" dirty="0"/>
                <a:t>)</a:t>
              </a:r>
            </a:p>
          </p:txBody>
        </p:sp>
      </p:grpSp>
      <p:grpSp>
        <p:nvGrpSpPr>
          <p:cNvPr id="8" name="Groupe 7">
            <a:extLst>
              <a:ext uri="{FF2B5EF4-FFF2-40B4-BE49-F238E27FC236}">
                <a16:creationId xmlns:a16="http://schemas.microsoft.com/office/drawing/2014/main" id="{AB322FEC-B1FE-72A6-3F69-49BE5EB0A929}"/>
              </a:ext>
            </a:extLst>
          </p:cNvPr>
          <p:cNvGrpSpPr/>
          <p:nvPr/>
        </p:nvGrpSpPr>
        <p:grpSpPr>
          <a:xfrm>
            <a:off x="1848481" y="1928176"/>
            <a:ext cx="1512714" cy="840149"/>
            <a:chOff x="4572000" y="2290813"/>
            <a:chExt cx="1512714" cy="840149"/>
          </a:xfrm>
        </p:grpSpPr>
        <p:cxnSp>
          <p:nvCxnSpPr>
            <p:cNvPr id="9" name="Connecteur droit avec flèche 8">
              <a:extLst>
                <a:ext uri="{FF2B5EF4-FFF2-40B4-BE49-F238E27FC236}">
                  <a16:creationId xmlns:a16="http://schemas.microsoft.com/office/drawing/2014/main" id="{063990D2-724C-0750-E4C0-63FAE44F7F71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4572000" y="2290813"/>
              <a:ext cx="526328" cy="573312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0" name="ZoneTexte 9">
              <a:extLst>
                <a:ext uri="{FF2B5EF4-FFF2-40B4-BE49-F238E27FC236}">
                  <a16:creationId xmlns:a16="http://schemas.microsoft.com/office/drawing/2014/main" id="{151BAD19-7554-2594-B922-45B06A0D39F3}"/>
                </a:ext>
              </a:extLst>
            </p:cNvPr>
            <p:cNvSpPr txBox="1"/>
            <p:nvPr/>
          </p:nvSpPr>
          <p:spPr>
            <a:xfrm>
              <a:off x="5056869" y="2761630"/>
              <a:ext cx="102784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dirty="0"/>
                <a:t>Bas (N1)</a:t>
              </a:r>
            </a:p>
          </p:txBody>
        </p:sp>
      </p:grpSp>
      <p:grpSp>
        <p:nvGrpSpPr>
          <p:cNvPr id="11" name="Groupe 10">
            <a:extLst>
              <a:ext uri="{FF2B5EF4-FFF2-40B4-BE49-F238E27FC236}">
                <a16:creationId xmlns:a16="http://schemas.microsoft.com/office/drawing/2014/main" id="{518D322E-8FBA-B8E9-43D6-E6D3509DAC44}"/>
              </a:ext>
            </a:extLst>
          </p:cNvPr>
          <p:cNvGrpSpPr/>
          <p:nvPr/>
        </p:nvGrpSpPr>
        <p:grpSpPr>
          <a:xfrm>
            <a:off x="1583679" y="2054711"/>
            <a:ext cx="1981392" cy="1181442"/>
            <a:chOff x="4375363" y="2021628"/>
            <a:chExt cx="1981392" cy="1181442"/>
          </a:xfrm>
        </p:grpSpPr>
        <p:cxnSp>
          <p:nvCxnSpPr>
            <p:cNvPr id="12" name="Connecteur droit avec flèche 11">
              <a:extLst>
                <a:ext uri="{FF2B5EF4-FFF2-40B4-BE49-F238E27FC236}">
                  <a16:creationId xmlns:a16="http://schemas.microsoft.com/office/drawing/2014/main" id="{0116763E-D27D-70F0-9EE5-36A0FC2C1305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4375363" y="2021628"/>
              <a:ext cx="749671" cy="93546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3" name="ZoneTexte 12">
              <a:extLst>
                <a:ext uri="{FF2B5EF4-FFF2-40B4-BE49-F238E27FC236}">
                  <a16:creationId xmlns:a16="http://schemas.microsoft.com/office/drawing/2014/main" id="{4FBFE4DD-0483-1F37-4299-78763712E488}"/>
                </a:ext>
              </a:extLst>
            </p:cNvPr>
            <p:cNvSpPr txBox="1"/>
            <p:nvPr/>
          </p:nvSpPr>
          <p:spPr>
            <a:xfrm>
              <a:off x="5102886" y="2833738"/>
              <a:ext cx="125386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dirty="0"/>
                <a:t>Milieu (N2)</a:t>
              </a:r>
            </a:p>
          </p:txBody>
        </p:sp>
      </p:grpSp>
      <p:grpSp>
        <p:nvGrpSpPr>
          <p:cNvPr id="14" name="Groupe 13">
            <a:extLst>
              <a:ext uri="{FF2B5EF4-FFF2-40B4-BE49-F238E27FC236}">
                <a16:creationId xmlns:a16="http://schemas.microsoft.com/office/drawing/2014/main" id="{705FAD64-CD21-821A-E662-B42DE35A5800}"/>
              </a:ext>
            </a:extLst>
          </p:cNvPr>
          <p:cNvGrpSpPr/>
          <p:nvPr/>
        </p:nvGrpSpPr>
        <p:grpSpPr>
          <a:xfrm>
            <a:off x="1288460" y="2232898"/>
            <a:ext cx="1892933" cy="1389754"/>
            <a:chOff x="4375363" y="2021628"/>
            <a:chExt cx="1892933" cy="1389754"/>
          </a:xfrm>
        </p:grpSpPr>
        <p:cxnSp>
          <p:nvCxnSpPr>
            <p:cNvPr id="15" name="Connecteur droit avec flèche 14">
              <a:extLst>
                <a:ext uri="{FF2B5EF4-FFF2-40B4-BE49-F238E27FC236}">
                  <a16:creationId xmlns:a16="http://schemas.microsoft.com/office/drawing/2014/main" id="{9FBA043F-6841-ED77-E155-66E80DE6E6E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4375363" y="2021628"/>
              <a:ext cx="812123" cy="1020422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6" name="ZoneTexte 15">
              <a:extLst>
                <a:ext uri="{FF2B5EF4-FFF2-40B4-BE49-F238E27FC236}">
                  <a16:creationId xmlns:a16="http://schemas.microsoft.com/office/drawing/2014/main" id="{407D86AC-6799-742D-2D98-B338A71675A8}"/>
                </a:ext>
              </a:extLst>
            </p:cNvPr>
            <p:cNvSpPr txBox="1"/>
            <p:nvPr/>
          </p:nvSpPr>
          <p:spPr>
            <a:xfrm>
              <a:off x="5125034" y="3042050"/>
              <a:ext cx="114326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dirty="0"/>
                <a:t>Haut (N3)</a:t>
              </a:r>
            </a:p>
          </p:txBody>
        </p:sp>
      </p:grpSp>
      <p:pic>
        <p:nvPicPr>
          <p:cNvPr id="18" name="Image 17">
            <a:extLst>
              <a:ext uri="{FF2B5EF4-FFF2-40B4-BE49-F238E27FC236}">
                <a16:creationId xmlns:a16="http://schemas.microsoft.com/office/drawing/2014/main" id="{6A404F75-CD29-48EA-B019-30F91191843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90968" y="197077"/>
            <a:ext cx="6401693" cy="1857634"/>
          </a:xfrm>
          <a:prstGeom prst="rect">
            <a:avLst/>
          </a:prstGeom>
        </p:spPr>
      </p:pic>
      <p:sp>
        <p:nvSpPr>
          <p:cNvPr id="21" name="ZoneTexte 20">
            <a:extLst>
              <a:ext uri="{FF2B5EF4-FFF2-40B4-BE49-F238E27FC236}">
                <a16:creationId xmlns:a16="http://schemas.microsoft.com/office/drawing/2014/main" id="{F2F952DA-A1F2-56ED-EFC4-25DD02D8C980}"/>
              </a:ext>
            </a:extLst>
          </p:cNvPr>
          <p:cNvSpPr txBox="1"/>
          <p:nvPr/>
        </p:nvSpPr>
        <p:spPr>
          <a:xfrm>
            <a:off x="700248" y="192781"/>
            <a:ext cx="167456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dirty="0"/>
              <a:t>Côté réservoir</a:t>
            </a:r>
          </a:p>
        </p:txBody>
      </p:sp>
      <p:pic>
        <p:nvPicPr>
          <p:cNvPr id="23" name="Image 22">
            <a:extLst>
              <a:ext uri="{FF2B5EF4-FFF2-40B4-BE49-F238E27FC236}">
                <a16:creationId xmlns:a16="http://schemas.microsoft.com/office/drawing/2014/main" id="{ED5D6D8B-960E-F7C9-2038-F6E7BD0A298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15138" y="2330221"/>
            <a:ext cx="2495898" cy="1600423"/>
          </a:xfrm>
          <a:prstGeom prst="rect">
            <a:avLst/>
          </a:prstGeom>
        </p:spPr>
      </p:pic>
      <p:sp>
        <p:nvSpPr>
          <p:cNvPr id="27" name="ZoneTexte 26">
            <a:extLst>
              <a:ext uri="{FF2B5EF4-FFF2-40B4-BE49-F238E27FC236}">
                <a16:creationId xmlns:a16="http://schemas.microsoft.com/office/drawing/2014/main" id="{B67302DA-18E6-2200-32E8-AFDFC78269DC}"/>
              </a:ext>
            </a:extLst>
          </p:cNvPr>
          <p:cNvSpPr txBox="1"/>
          <p:nvPr/>
        </p:nvSpPr>
        <p:spPr>
          <a:xfrm>
            <a:off x="9006348" y="2659766"/>
            <a:ext cx="1611147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dirty="0"/>
              <a:t>Alimentation: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dirty="0"/>
              <a:t>Rouge: 12V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dirty="0"/>
              <a:t>Noir: </a:t>
            </a:r>
            <a:r>
              <a:rPr lang="fr-FR" dirty="0" err="1"/>
              <a:t>Gnd</a:t>
            </a:r>
            <a:endParaRPr lang="fr-FR" dirty="0"/>
          </a:p>
        </p:txBody>
      </p:sp>
      <p:pic>
        <p:nvPicPr>
          <p:cNvPr id="29" name="Image 28">
            <a:extLst>
              <a:ext uri="{FF2B5EF4-FFF2-40B4-BE49-F238E27FC236}">
                <a16:creationId xmlns:a16="http://schemas.microsoft.com/office/drawing/2014/main" id="{5B800B05-17AA-172B-12DC-463BCFF79E9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93008" y="4499233"/>
            <a:ext cx="2418028" cy="1973634"/>
          </a:xfrm>
          <a:prstGeom prst="rect">
            <a:avLst/>
          </a:prstGeom>
        </p:spPr>
      </p:pic>
      <p:sp>
        <p:nvSpPr>
          <p:cNvPr id="30" name="ZoneTexte 29">
            <a:extLst>
              <a:ext uri="{FF2B5EF4-FFF2-40B4-BE49-F238E27FC236}">
                <a16:creationId xmlns:a16="http://schemas.microsoft.com/office/drawing/2014/main" id="{76CE727C-1BDF-860D-9592-C34CB9F9EAA5}"/>
              </a:ext>
            </a:extLst>
          </p:cNvPr>
          <p:cNvSpPr txBox="1"/>
          <p:nvPr/>
        </p:nvSpPr>
        <p:spPr>
          <a:xfrm>
            <a:off x="9006348" y="4916270"/>
            <a:ext cx="2265364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dirty="0"/>
              <a:t>Commande pompe: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dirty="0"/>
              <a:t>Rouge: 12V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dirty="0"/>
              <a:t>Noir: PMP</a:t>
            </a:r>
          </a:p>
        </p:txBody>
      </p:sp>
    </p:spTree>
    <p:extLst>
      <p:ext uri="{BB962C8B-B14F-4D97-AF65-F5344CB8AC3E}">
        <p14:creationId xmlns:p14="http://schemas.microsoft.com/office/powerpoint/2010/main" val="80692631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AD329E-2330-C960-0777-EE5203D068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12096000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25FCC7-2818-75D8-BFC4-43490FEC00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7287711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6C0449-4425-7B53-959C-F09FB329BE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53312693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42</TotalTime>
  <Words>35</Words>
  <Application>Microsoft Office PowerPoint</Application>
  <PresentationFormat>Grand écran</PresentationFormat>
  <Paragraphs>11</Paragraphs>
  <Slides>6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6</vt:i4>
      </vt:variant>
    </vt:vector>
  </HeadingPairs>
  <TitlesOfParts>
    <vt:vector size="10" baseType="lpstr">
      <vt:lpstr>Aptos</vt:lpstr>
      <vt:lpstr>Aptos Display</vt:lpstr>
      <vt:lpstr>Arial</vt:lpstr>
      <vt:lpstr>Thème Office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Bernard PINOCHET</dc:creator>
  <cp:lastModifiedBy>BPC BPC</cp:lastModifiedBy>
  <cp:revision>7</cp:revision>
  <dcterms:created xsi:type="dcterms:W3CDTF">2024-08-24T16:08:46Z</dcterms:created>
  <dcterms:modified xsi:type="dcterms:W3CDTF">2026-04-16T17:01:41Z</dcterms:modified>
</cp:coreProperties>
</file>