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4DE800-4FB4-6CD3-D587-D2F152CF8E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5A5E350-7D98-0B57-C059-2E8F22E039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133B35-5A90-E2B2-916A-F73076663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D6B95-511F-4BDA-9CF0-98EE77A1CEFE}" type="datetimeFigureOut">
              <a:rPr lang="fr-FR" smtClean="0"/>
              <a:t>20/04/2026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51E994-A98D-D007-754D-D24895D6D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F0FEA1D-48A5-598F-3903-FCE81A5CA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1A70-F565-4C64-A502-91E774C4FC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2464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999193-E775-E93D-415F-C7275E109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EA47AA-52DC-89E3-276C-8DCD72253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70C8AF-59AB-62CB-9FE0-09F776CF7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D6B95-511F-4BDA-9CF0-98EE77A1CEFE}" type="datetimeFigureOut">
              <a:rPr lang="fr-FR" smtClean="0"/>
              <a:t>20/04/2026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F826F8D-8802-6797-1CDF-9AFA9A836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254496-E4D8-A6E1-89E2-97B64AC78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1A70-F565-4C64-A502-91E774C4FC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5108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9CF45C-5492-52DF-3416-9EB63E3B9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F462D2E-205E-866E-D7B8-00265A2A0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E43118-89B9-2FCA-74C2-C9C4C5811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D6B95-511F-4BDA-9CF0-98EE77A1CEFE}" type="datetimeFigureOut">
              <a:rPr lang="fr-FR" smtClean="0"/>
              <a:t>20/04/2026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5D50198-13B1-F6FC-EB86-27271E573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53521A8-403A-BA02-977B-B5D69BA29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1A70-F565-4C64-A502-91E774C4FC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6762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DC3211-1AE5-7CFF-3784-D4ECD3B02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9B4BA6E-F3FC-B193-9DA7-72F22998F3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50EB040-A9F7-D5CA-7CAA-B5AE9BC90A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46B7662-C957-3A2F-87C3-AFE8AB546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D6B95-511F-4BDA-9CF0-98EE77A1CEFE}" type="datetimeFigureOut">
              <a:rPr lang="fr-FR" smtClean="0"/>
              <a:t>20/04/2026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BCF1CF-DD82-F966-282D-3E47A8A92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F2F0BAD-3067-DAFF-5A3C-D133EF3FB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1A70-F565-4C64-A502-91E774C4FC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7875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DE4B02-2E39-E2CA-AEF9-7DD4C8F76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7CC2C4B-D70E-FADC-E337-9F4C8E51D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7D23BC7-1588-47F2-32D1-F4BEA5DAE7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6B90D26-3396-276E-75FE-6ADAD70BC1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C618469-71BC-14A6-8417-92566589D8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820BD9B-23F7-000E-14D7-64444565F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D6B95-511F-4BDA-9CF0-98EE77A1CEFE}" type="datetimeFigureOut">
              <a:rPr lang="fr-FR" smtClean="0"/>
              <a:t>20/04/2026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8880780-9059-CD92-487D-0111E5B8F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4E98473-F02F-C740-D12D-E74AD15E8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1A70-F565-4C64-A502-91E774C4FC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4106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FC1A94-40AC-9F6E-1CCE-9CFCF6167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CA632E4-F6E4-B648-68C6-2D903E5C4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D6B95-511F-4BDA-9CF0-98EE77A1CEFE}" type="datetimeFigureOut">
              <a:rPr lang="fr-FR" smtClean="0"/>
              <a:t>20/04/2026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A8C8D58-BB60-528B-297A-9D51055D0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0787847-D61D-D956-5CC7-A457A0E75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1A70-F565-4C64-A502-91E774C4FC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6446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43948C9-CE0C-EA05-7839-80C144F73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D6B95-511F-4BDA-9CF0-98EE77A1CEFE}" type="datetimeFigureOut">
              <a:rPr lang="fr-FR" smtClean="0"/>
              <a:t>20/04/2026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FCAAF48-6A7D-2F7B-C85C-24C855632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CFE7431-0042-1307-8B21-048D78E6B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1A70-F565-4C64-A502-91E774C4FC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5908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25BD34-1830-8CB9-B1B1-E7D2A4F76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E2711C-43E6-DC2F-8CE2-753A859BD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4D286BD-2946-733F-5A16-ABD9240722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92EC399-93FB-36AD-6A4A-24E70FB64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D6B95-511F-4BDA-9CF0-98EE77A1CEFE}" type="datetimeFigureOut">
              <a:rPr lang="fr-FR" smtClean="0"/>
              <a:t>20/04/2026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C3F1806-06D1-0A46-DC90-B5F724105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13C5FFF-4573-1492-30D1-E0CC45BC4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1A70-F565-4C64-A502-91E774C4FC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5359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F48698-DA37-2FFF-8B09-48905FD1E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463A7BC-6412-21FA-D07C-2612E5DBAA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E5FFB21-1986-8917-8599-41DF358DA3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643921C-2CD0-B249-B155-7D9F0CD45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D6B95-511F-4BDA-9CF0-98EE77A1CEFE}" type="datetimeFigureOut">
              <a:rPr lang="fr-FR" smtClean="0"/>
              <a:t>20/04/2026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45F82AA-3F10-FF45-E4FA-251711FD1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7485CE5-CCAA-EDC4-0BD8-42C0CB394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1A70-F565-4C64-A502-91E774C4FC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9436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C9A209-D767-CAA7-971A-3260B0B6F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C74680-0F1D-D9D5-6110-2537A9140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FFDC5A-4451-3CA6-EC34-6A7FDAA3F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D6B95-511F-4BDA-9CF0-98EE77A1CEFE}" type="datetimeFigureOut">
              <a:rPr lang="fr-FR" smtClean="0"/>
              <a:t>20/04/2026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03F980-3FF8-B9DB-836A-68F731797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3FE5D5-4447-6BE8-D0B5-AF42E7886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1A70-F565-4C64-A502-91E774C4FC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572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44B5BEA-3A98-161A-0831-D5F099ED7E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905A497-D21B-243A-9933-B1A4F03FE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D31BA5D-2454-0A60-C43F-FD95BCCDE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D6B95-511F-4BDA-9CF0-98EE77A1CEFE}" type="datetimeFigureOut">
              <a:rPr lang="fr-FR" smtClean="0"/>
              <a:t>20/04/2026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F31C37-78C5-4E2A-FDF6-D71B02725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950EDB-78BA-EB5D-4DA0-DA19D1258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1A70-F565-4C64-A502-91E774C4FC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5892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25E9EEC-17AE-90AA-B753-2803855EE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22A766-4B09-86DB-A652-3C5A5E635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51C1F90-B19E-DEF8-3D32-A85C83D280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DD6B95-511F-4BDA-9CF0-98EE77A1CEFE}" type="datetimeFigureOut">
              <a:rPr lang="fr-FR" smtClean="0"/>
              <a:t>20/04/2026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48B0CA-76C2-3A2B-9B62-596C4DE9DA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91767E-C883-024B-B23D-A8EAC8D3B2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981A70-F565-4C64-A502-91E774C4FC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1916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DDF33E28-3201-DFE9-B5B8-4A9E4B70F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988" y="736375"/>
            <a:ext cx="5839748" cy="297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868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76BF3B7F-1626-F02B-581F-A6D6EDB4C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929" y="442632"/>
            <a:ext cx="5600655" cy="2919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920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 43">
            <a:extLst>
              <a:ext uri="{FF2B5EF4-FFF2-40B4-BE49-F238E27FC236}">
                <a16:creationId xmlns:a16="http://schemas.microsoft.com/office/drawing/2014/main" id="{80E9AF5C-46E0-6B37-DC2C-4030E7055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672" y="3732808"/>
            <a:ext cx="2273121" cy="1997591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EEC18BE8-3A1C-5CB5-366B-A8B578E04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433" y="489592"/>
            <a:ext cx="1902355" cy="1622597"/>
          </a:xfrm>
          <a:prstGeom prst="rect">
            <a:avLst/>
          </a:prstGeom>
        </p:spPr>
      </p:pic>
      <p:grpSp>
        <p:nvGrpSpPr>
          <p:cNvPr id="5" name="Groupe 4">
            <a:extLst>
              <a:ext uri="{FF2B5EF4-FFF2-40B4-BE49-F238E27FC236}">
                <a16:creationId xmlns:a16="http://schemas.microsoft.com/office/drawing/2014/main" id="{71225CAB-34F8-F176-6F25-0AEF3ECFC8DE}"/>
              </a:ext>
            </a:extLst>
          </p:cNvPr>
          <p:cNvGrpSpPr/>
          <p:nvPr/>
        </p:nvGrpSpPr>
        <p:grpSpPr>
          <a:xfrm>
            <a:off x="2199610" y="1945374"/>
            <a:ext cx="2706913" cy="1377004"/>
            <a:chOff x="4630620" y="2236833"/>
            <a:chExt cx="2706913" cy="1377004"/>
          </a:xfrm>
        </p:grpSpPr>
        <p:cxnSp>
          <p:nvCxnSpPr>
            <p:cNvPr id="6" name="Connecteur droit avec flèche 5">
              <a:extLst>
                <a:ext uri="{FF2B5EF4-FFF2-40B4-BE49-F238E27FC236}">
                  <a16:creationId xmlns:a16="http://schemas.microsoft.com/office/drawing/2014/main" id="{9734137F-626B-3780-ABEA-5D16B8127A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30620" y="2236833"/>
              <a:ext cx="1079871" cy="103848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B8BBAE36-BA65-B6D3-6855-0B7429113A6A}"/>
                </a:ext>
              </a:extLst>
            </p:cNvPr>
            <p:cNvSpPr txBox="1"/>
            <p:nvPr/>
          </p:nvSpPr>
          <p:spPr>
            <a:xfrm>
              <a:off x="5615587" y="3244505"/>
              <a:ext cx="17219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Commun (</a:t>
              </a:r>
              <a:r>
                <a:rPr lang="fr-FR" dirty="0" err="1"/>
                <a:t>Gnd</a:t>
              </a:r>
              <a:r>
                <a:rPr lang="fr-FR" dirty="0"/>
                <a:t>)</a:t>
              </a:r>
            </a:p>
          </p:txBody>
        </p:sp>
      </p:grpSp>
      <p:grpSp>
        <p:nvGrpSpPr>
          <p:cNvPr id="8" name="Groupe 7">
            <a:extLst>
              <a:ext uri="{FF2B5EF4-FFF2-40B4-BE49-F238E27FC236}">
                <a16:creationId xmlns:a16="http://schemas.microsoft.com/office/drawing/2014/main" id="{AB322FEC-B1FE-72A6-3F69-49BE5EB0A929}"/>
              </a:ext>
            </a:extLst>
          </p:cNvPr>
          <p:cNvGrpSpPr/>
          <p:nvPr/>
        </p:nvGrpSpPr>
        <p:grpSpPr>
          <a:xfrm>
            <a:off x="1761006" y="4776737"/>
            <a:ext cx="2344547" cy="369332"/>
            <a:chOff x="4239495" y="1474559"/>
            <a:chExt cx="2344547" cy="369332"/>
          </a:xfrm>
        </p:grpSpPr>
        <p:cxnSp>
          <p:nvCxnSpPr>
            <p:cNvPr id="9" name="Connecteur droit avec flèche 8">
              <a:extLst>
                <a:ext uri="{FF2B5EF4-FFF2-40B4-BE49-F238E27FC236}">
                  <a16:creationId xmlns:a16="http://schemas.microsoft.com/office/drawing/2014/main" id="{063990D2-724C-0750-E4C0-63FAE44F7F71}"/>
                </a:ext>
              </a:extLst>
            </p:cNvPr>
            <p:cNvCxnSpPr>
              <a:cxnSpLocks/>
            </p:cNvCxnSpPr>
            <p:nvPr/>
          </p:nvCxnSpPr>
          <p:spPr>
            <a:xfrm>
              <a:off x="5335946" y="1662104"/>
              <a:ext cx="1248096" cy="2115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151BAD19-7554-2594-B922-45B06A0D39F3}"/>
                </a:ext>
              </a:extLst>
            </p:cNvPr>
            <p:cNvSpPr txBox="1"/>
            <p:nvPr/>
          </p:nvSpPr>
          <p:spPr>
            <a:xfrm>
              <a:off x="4239495" y="1474559"/>
              <a:ext cx="10278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Bas (N1)</a:t>
              </a:r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518D322E-8FBA-B8E9-43D6-E6D3509DAC44}"/>
              </a:ext>
            </a:extLst>
          </p:cNvPr>
          <p:cNvGrpSpPr/>
          <p:nvPr/>
        </p:nvGrpSpPr>
        <p:grpSpPr>
          <a:xfrm>
            <a:off x="1023759" y="1817745"/>
            <a:ext cx="1253869" cy="1734636"/>
            <a:chOff x="5746223" y="570764"/>
            <a:chExt cx="1253869" cy="1734636"/>
          </a:xfrm>
        </p:grpSpPr>
        <p:cxnSp>
          <p:nvCxnSpPr>
            <p:cNvPr id="12" name="Connecteur droit avec flèche 11">
              <a:extLst>
                <a:ext uri="{FF2B5EF4-FFF2-40B4-BE49-F238E27FC236}">
                  <a16:creationId xmlns:a16="http://schemas.microsoft.com/office/drawing/2014/main" id="{0116763E-D27D-70F0-9EE5-36A0FC2C13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73158" y="570764"/>
              <a:ext cx="73711" cy="128284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4FBFE4DD-0483-1F37-4299-78763712E488}"/>
                </a:ext>
              </a:extLst>
            </p:cNvPr>
            <p:cNvSpPr txBox="1"/>
            <p:nvPr/>
          </p:nvSpPr>
          <p:spPr>
            <a:xfrm>
              <a:off x="5746223" y="1936068"/>
              <a:ext cx="12538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Milieu (N2)</a:t>
              </a:r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705FAD64-CD21-821A-E662-B42DE35A5800}"/>
              </a:ext>
            </a:extLst>
          </p:cNvPr>
          <p:cNvGrpSpPr/>
          <p:nvPr/>
        </p:nvGrpSpPr>
        <p:grpSpPr>
          <a:xfrm>
            <a:off x="0" y="1764314"/>
            <a:ext cx="1504071" cy="1336280"/>
            <a:chOff x="4543891" y="-73388"/>
            <a:chExt cx="1504071" cy="1336280"/>
          </a:xfrm>
        </p:grpSpPr>
        <p:cxnSp>
          <p:nvCxnSpPr>
            <p:cNvPr id="15" name="Connecteur droit avec flèche 14">
              <a:extLst>
                <a:ext uri="{FF2B5EF4-FFF2-40B4-BE49-F238E27FC236}">
                  <a16:creationId xmlns:a16="http://schemas.microsoft.com/office/drawing/2014/main" id="{9FBA043F-6841-ED77-E155-66E80DE6E6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13607" y="-73388"/>
              <a:ext cx="634355" cy="91565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407D86AC-6799-742D-2D98-B338A71675A8}"/>
                </a:ext>
              </a:extLst>
            </p:cNvPr>
            <p:cNvSpPr txBox="1"/>
            <p:nvPr/>
          </p:nvSpPr>
          <p:spPr>
            <a:xfrm>
              <a:off x="4543891" y="893560"/>
              <a:ext cx="11432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Haut (N3)</a:t>
              </a:r>
            </a:p>
          </p:txBody>
        </p:sp>
      </p:grpSp>
      <p:pic>
        <p:nvPicPr>
          <p:cNvPr id="18" name="Image 17">
            <a:extLst>
              <a:ext uri="{FF2B5EF4-FFF2-40B4-BE49-F238E27FC236}">
                <a16:creationId xmlns:a16="http://schemas.microsoft.com/office/drawing/2014/main" id="{6A404F75-CD29-48EA-B019-30F911918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0968" y="197077"/>
            <a:ext cx="6401693" cy="1857634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F2F952DA-A1F2-56ED-EFC4-25DD02D8C980}"/>
              </a:ext>
            </a:extLst>
          </p:cNvPr>
          <p:cNvSpPr txBox="1"/>
          <p:nvPr/>
        </p:nvSpPr>
        <p:spPr>
          <a:xfrm>
            <a:off x="1653356" y="68800"/>
            <a:ext cx="1674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Côté réservoir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ED5D6D8B-960E-F7C9-2038-F6E7BD0A29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5138" y="2330221"/>
            <a:ext cx="2495898" cy="1600423"/>
          </a:xfrm>
          <a:prstGeom prst="rect">
            <a:avLst/>
          </a:prstGeom>
        </p:spPr>
      </p:pic>
      <p:sp>
        <p:nvSpPr>
          <p:cNvPr id="27" name="ZoneTexte 26">
            <a:extLst>
              <a:ext uri="{FF2B5EF4-FFF2-40B4-BE49-F238E27FC236}">
                <a16:creationId xmlns:a16="http://schemas.microsoft.com/office/drawing/2014/main" id="{B67302DA-18E6-2200-32E8-AFDFC78269DC}"/>
              </a:ext>
            </a:extLst>
          </p:cNvPr>
          <p:cNvSpPr txBox="1"/>
          <p:nvPr/>
        </p:nvSpPr>
        <p:spPr>
          <a:xfrm>
            <a:off x="9006348" y="2659766"/>
            <a:ext cx="16111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Alimentation: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Rouge: 12V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Noir: </a:t>
            </a:r>
            <a:r>
              <a:rPr lang="fr-FR" dirty="0" err="1"/>
              <a:t>Gnd</a:t>
            </a:r>
            <a:endParaRPr lang="fr-FR" dirty="0"/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5B800B05-17AA-172B-12DC-463BCFF79E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3008" y="4499233"/>
            <a:ext cx="2418028" cy="1973634"/>
          </a:xfrm>
          <a:prstGeom prst="rect">
            <a:avLst/>
          </a:prstGeom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76CE727C-1BDF-860D-9592-C34CB9F9EAA5}"/>
              </a:ext>
            </a:extLst>
          </p:cNvPr>
          <p:cNvSpPr txBox="1"/>
          <p:nvPr/>
        </p:nvSpPr>
        <p:spPr>
          <a:xfrm>
            <a:off x="9006348" y="4916270"/>
            <a:ext cx="22653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Commande pompe: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Rouge: 12V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Noir: PMP</a:t>
            </a:r>
          </a:p>
        </p:txBody>
      </p: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0827961A-CD1D-8323-2914-D5B1F6337225}"/>
              </a:ext>
            </a:extLst>
          </p:cNvPr>
          <p:cNvGrpSpPr/>
          <p:nvPr/>
        </p:nvGrpSpPr>
        <p:grpSpPr>
          <a:xfrm>
            <a:off x="1045306" y="4297026"/>
            <a:ext cx="2940457" cy="512718"/>
            <a:chOff x="4867466" y="1872748"/>
            <a:chExt cx="2940457" cy="512718"/>
          </a:xfrm>
        </p:grpSpPr>
        <p:cxnSp>
          <p:nvCxnSpPr>
            <p:cNvPr id="34" name="Connecteur droit avec flèche 33">
              <a:extLst>
                <a:ext uri="{FF2B5EF4-FFF2-40B4-BE49-F238E27FC236}">
                  <a16:creationId xmlns:a16="http://schemas.microsoft.com/office/drawing/2014/main" id="{94782644-0E00-7B5F-9DB7-E712CAF930D6}"/>
                </a:ext>
              </a:extLst>
            </p:cNvPr>
            <p:cNvCxnSpPr>
              <a:cxnSpLocks/>
            </p:cNvCxnSpPr>
            <p:nvPr/>
          </p:nvCxnSpPr>
          <p:spPr>
            <a:xfrm>
              <a:off x="6598733" y="2128152"/>
              <a:ext cx="1209190" cy="25731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ZoneTexte 34">
              <a:extLst>
                <a:ext uri="{FF2B5EF4-FFF2-40B4-BE49-F238E27FC236}">
                  <a16:creationId xmlns:a16="http://schemas.microsoft.com/office/drawing/2014/main" id="{2A78C0AE-5800-B122-5939-ECE9F8542E23}"/>
                </a:ext>
              </a:extLst>
            </p:cNvPr>
            <p:cNvSpPr txBox="1"/>
            <p:nvPr/>
          </p:nvSpPr>
          <p:spPr>
            <a:xfrm>
              <a:off x="4867466" y="1872748"/>
              <a:ext cx="17219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Commun (</a:t>
              </a:r>
              <a:r>
                <a:rPr lang="fr-FR" dirty="0" err="1"/>
                <a:t>Gnd</a:t>
              </a:r>
              <a:r>
                <a:rPr lang="fr-FR" dirty="0"/>
                <a:t>)</a:t>
              </a:r>
            </a:p>
          </p:txBody>
        </p:sp>
      </p:grp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70378BAA-33B7-380A-0E97-1F21ABFCA58C}"/>
              </a:ext>
            </a:extLst>
          </p:cNvPr>
          <p:cNvGrpSpPr/>
          <p:nvPr/>
        </p:nvGrpSpPr>
        <p:grpSpPr>
          <a:xfrm>
            <a:off x="1969498" y="1889202"/>
            <a:ext cx="1054971" cy="1293847"/>
            <a:chOff x="4572000" y="2290813"/>
            <a:chExt cx="1054971" cy="1293847"/>
          </a:xfrm>
        </p:grpSpPr>
        <p:cxnSp>
          <p:nvCxnSpPr>
            <p:cNvPr id="39" name="Connecteur droit avec flèche 38">
              <a:extLst>
                <a:ext uri="{FF2B5EF4-FFF2-40B4-BE49-F238E27FC236}">
                  <a16:creationId xmlns:a16="http://schemas.microsoft.com/office/drawing/2014/main" id="{86EA1133-33C6-00DE-0B42-D57C8EACF9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72000" y="2290813"/>
              <a:ext cx="298459" cy="88217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ZoneTexte 39">
              <a:extLst>
                <a:ext uri="{FF2B5EF4-FFF2-40B4-BE49-F238E27FC236}">
                  <a16:creationId xmlns:a16="http://schemas.microsoft.com/office/drawing/2014/main" id="{0D0B4A67-6CE0-95C9-8A53-D0289FEAF83D}"/>
                </a:ext>
              </a:extLst>
            </p:cNvPr>
            <p:cNvSpPr txBox="1"/>
            <p:nvPr/>
          </p:nvSpPr>
          <p:spPr>
            <a:xfrm>
              <a:off x="4599126" y="3215328"/>
              <a:ext cx="10278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Bas (N1)</a:t>
              </a:r>
            </a:p>
          </p:txBody>
        </p:sp>
      </p:grp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D335A3C4-4B60-C4E9-5FC7-A8CB0395516A}"/>
              </a:ext>
            </a:extLst>
          </p:cNvPr>
          <p:cNvGrpSpPr/>
          <p:nvPr/>
        </p:nvGrpSpPr>
        <p:grpSpPr>
          <a:xfrm>
            <a:off x="1534982" y="5113062"/>
            <a:ext cx="2835388" cy="518966"/>
            <a:chOff x="6678663" y="719544"/>
            <a:chExt cx="2835388" cy="518966"/>
          </a:xfrm>
        </p:grpSpPr>
        <p:cxnSp>
          <p:nvCxnSpPr>
            <p:cNvPr id="48" name="Connecteur droit avec flèche 47">
              <a:extLst>
                <a:ext uri="{FF2B5EF4-FFF2-40B4-BE49-F238E27FC236}">
                  <a16:creationId xmlns:a16="http://schemas.microsoft.com/office/drawing/2014/main" id="{661DB2D8-A54A-0B0E-0E10-90007C9054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70224" y="719544"/>
              <a:ext cx="1543827" cy="38835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ZoneTexte 48">
              <a:extLst>
                <a:ext uri="{FF2B5EF4-FFF2-40B4-BE49-F238E27FC236}">
                  <a16:creationId xmlns:a16="http://schemas.microsoft.com/office/drawing/2014/main" id="{79D44A23-D775-0F9A-13D0-707F2E286A07}"/>
                </a:ext>
              </a:extLst>
            </p:cNvPr>
            <p:cNvSpPr txBox="1"/>
            <p:nvPr/>
          </p:nvSpPr>
          <p:spPr>
            <a:xfrm>
              <a:off x="6678663" y="869178"/>
              <a:ext cx="12538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Milieu (N2)</a:t>
              </a:r>
            </a:p>
          </p:txBody>
        </p:sp>
      </p:grpSp>
      <p:grpSp>
        <p:nvGrpSpPr>
          <p:cNvPr id="53" name="Groupe 52">
            <a:extLst>
              <a:ext uri="{FF2B5EF4-FFF2-40B4-BE49-F238E27FC236}">
                <a16:creationId xmlns:a16="http://schemas.microsoft.com/office/drawing/2014/main" id="{07EC6D20-0FBC-E335-13A2-05269BCF2D41}"/>
              </a:ext>
            </a:extLst>
          </p:cNvPr>
          <p:cNvGrpSpPr/>
          <p:nvPr/>
        </p:nvGrpSpPr>
        <p:grpSpPr>
          <a:xfrm>
            <a:off x="1736908" y="5262696"/>
            <a:ext cx="2891103" cy="864129"/>
            <a:chOff x="3156859" y="-73388"/>
            <a:chExt cx="2891103" cy="864129"/>
          </a:xfrm>
        </p:grpSpPr>
        <p:cxnSp>
          <p:nvCxnSpPr>
            <p:cNvPr id="54" name="Connecteur droit avec flèche 53">
              <a:extLst>
                <a:ext uri="{FF2B5EF4-FFF2-40B4-BE49-F238E27FC236}">
                  <a16:creationId xmlns:a16="http://schemas.microsoft.com/office/drawing/2014/main" id="{44973CE4-96A0-1F47-E799-EECBA4D2E5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55278" y="-73388"/>
              <a:ext cx="1692684" cy="6794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ZoneTexte 54">
              <a:extLst>
                <a:ext uri="{FF2B5EF4-FFF2-40B4-BE49-F238E27FC236}">
                  <a16:creationId xmlns:a16="http://schemas.microsoft.com/office/drawing/2014/main" id="{5463BEE5-8216-4B2E-FB41-D8F9054A3088}"/>
                </a:ext>
              </a:extLst>
            </p:cNvPr>
            <p:cNvSpPr txBox="1"/>
            <p:nvPr/>
          </p:nvSpPr>
          <p:spPr>
            <a:xfrm>
              <a:off x="3156859" y="421409"/>
              <a:ext cx="11432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Haut (N3)</a:t>
              </a:r>
            </a:p>
          </p:txBody>
        </p:sp>
      </p:grpSp>
      <p:sp>
        <p:nvSpPr>
          <p:cNvPr id="58" name="ZoneTexte 57">
            <a:extLst>
              <a:ext uri="{FF2B5EF4-FFF2-40B4-BE49-F238E27FC236}">
                <a16:creationId xmlns:a16="http://schemas.microsoft.com/office/drawing/2014/main" id="{EF5931AA-7EFD-0C63-CD10-E23EACB2826B}"/>
              </a:ext>
            </a:extLst>
          </p:cNvPr>
          <p:cNvSpPr txBox="1"/>
          <p:nvPr/>
        </p:nvSpPr>
        <p:spPr>
          <a:xfrm>
            <a:off x="3937206" y="5671351"/>
            <a:ext cx="1320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Côté Carte</a:t>
            </a:r>
          </a:p>
        </p:txBody>
      </p:sp>
    </p:spTree>
    <p:extLst>
      <p:ext uri="{BB962C8B-B14F-4D97-AF65-F5344CB8AC3E}">
        <p14:creationId xmlns:p14="http://schemas.microsoft.com/office/powerpoint/2010/main" val="806926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D329E-2330-C960-0777-EE5203D06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0960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5FCC7-2818-75D8-BFC4-43490FEC0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2877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C0449-4425-7B53-959C-F09FB329B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331269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53</Words>
  <Application>Microsoft Office PowerPoint</Application>
  <PresentationFormat>Grand écran</PresentationFormat>
  <Paragraphs>16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Bernard PINOCHET</dc:creator>
  <cp:lastModifiedBy>BPC BPC</cp:lastModifiedBy>
  <cp:revision>11</cp:revision>
  <dcterms:created xsi:type="dcterms:W3CDTF">2024-08-24T16:08:46Z</dcterms:created>
  <dcterms:modified xsi:type="dcterms:W3CDTF">2026-04-20T21:02:37Z</dcterms:modified>
</cp:coreProperties>
</file>