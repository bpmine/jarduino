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D9776A-6B36-2E08-8F82-359751E9B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CE81241-F23A-01F5-68AD-0CB5B7479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FB1E3AF-316B-C963-39CE-DD50DBC84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85F9-E70D-44CA-9B7D-60D5AFD6384D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7DFC1A-B485-2D58-392E-274D58651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018096-362D-7068-9EEC-42B975C04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068AC-EE4B-4CF2-8774-18E1EF46FF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62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5908CB-34EA-63D8-8EB1-780EABB2A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E56F0A-0912-C834-38E1-D052EFF7D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7BFB1B6-5496-E5F4-15DB-0B31F2D3A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85F9-E70D-44CA-9B7D-60D5AFD6384D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7AAD268-F555-4A13-8433-24B60FBFA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BC665E-810A-F274-D3BA-F75E00F4B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068AC-EE4B-4CF2-8774-18E1EF46FF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086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7D3CB0-8FCF-5D2E-1F46-690771708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0DF3AC2-A566-7C1C-FD03-FE633F1DA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6F0C0C-E2A1-7B05-2078-E280CBF1E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85F9-E70D-44CA-9B7D-60D5AFD6384D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4BD0FB-892B-3CA2-F128-47D0FB2EA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3502E1-8842-A15D-8300-B711CBE89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068AC-EE4B-4CF2-8774-18E1EF46FF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375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70B34C-33A6-52E4-8CD2-E49BAB07D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5EDD42-56D0-A69B-65E9-269F7764B8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93D39A5-8988-7587-2BA7-D9C5D3BF1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AF0B4C5-2E90-AD06-82D8-8CB6B9607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85F9-E70D-44CA-9B7D-60D5AFD6384D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CC9F5A-9C55-5C0B-3843-3083E21A0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9365C8F-19F6-472D-E718-39845FF2A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068AC-EE4B-4CF2-8774-18E1EF46FF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652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00AC10-76FF-F5A6-C6A6-B26F342C5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BFD83A-872C-2D8B-8E64-0E5A4E4C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688E7C9-7244-E83D-0CD0-D2FF24AAE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17DF623-03DA-872E-AE92-5205ADF5A4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260B113-59B9-4551-16E2-6D63C443D9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32031FF-012D-863D-A582-8785DA52B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85F9-E70D-44CA-9B7D-60D5AFD6384D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3EC3D79-C9A2-87A4-0DF0-A2B164822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3EE7D0F-C62D-5C4A-921C-3D65D2E3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068AC-EE4B-4CF2-8774-18E1EF46FF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4273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434A16-1799-38E6-CEED-1BB636270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D4B1DCC-B44B-BF29-3F79-EEBAEC392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85F9-E70D-44CA-9B7D-60D5AFD6384D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1A718AB-63FB-01DD-0730-46809E4A4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632CFA5-9554-668A-9D7D-4C116F827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068AC-EE4B-4CF2-8774-18E1EF46FF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9661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40FFF47-EEBA-0E91-20C8-E040962B5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85F9-E70D-44CA-9B7D-60D5AFD6384D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4EDE4F3-1C97-CEB5-9873-242DF0D57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0FAA399-B3DC-CEA8-4492-C52487745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068AC-EE4B-4CF2-8774-18E1EF46FF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1606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0A9601-4D67-FBBC-0B33-8EF6BD96F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BB47EF-EEC6-3FD2-5851-97182D2F0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4CF2415-4BB0-4DA0-3FE2-AA09E5FEF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50DA5DA-91C9-269A-4925-7BBE2B1AF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85F9-E70D-44CA-9B7D-60D5AFD6384D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CACD448-1D85-1E4C-CEE5-5ECB8BAFC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5DAFBCE-EAFF-5FF7-C1DE-1AD173FB9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068AC-EE4B-4CF2-8774-18E1EF46FF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9615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DCD623-5D73-87FD-9335-4D7DFC46C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EF4E786-7741-7BAE-EAEE-A1B4950D6A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E0806AB-6411-E416-2F67-590CECD1B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7FFE634-76C8-35DA-BE13-678F97324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85F9-E70D-44CA-9B7D-60D5AFD6384D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CCE265B-8796-5978-37DA-B20BDF7F3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B9B469F-3056-1F05-535F-A36C8C509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068AC-EE4B-4CF2-8774-18E1EF46FF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3942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22DD72-A620-5B23-53E1-F777573E9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CCC05BC-3C7F-F9CB-E056-CB0D9EDA2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36CEA2-0FCB-FA95-C59A-568C67DD0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85F9-E70D-44CA-9B7D-60D5AFD6384D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41ED18-F73E-9AD3-1EEC-6E2B6A2B3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C1900C-C5A2-1E21-3911-DBF66FDBE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068AC-EE4B-4CF2-8774-18E1EF46FF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9234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C64E70D-DC4A-1A9E-5154-649EAD4079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80EC8AB-DF1D-FE33-CB4C-310C99159F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72B41BE-0C1B-BA0C-3162-23103AA95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85F9-E70D-44CA-9B7D-60D5AFD6384D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10F2A6-9C59-2AD5-967C-9D7F60A1A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1F23DDC-FB9C-7FDF-E7DD-F21EBC6EC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068AC-EE4B-4CF2-8774-18E1EF46FF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4972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B4D597C-831B-3F42-7069-596DD7B30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4BED5BB-B22E-03EF-2509-A844D6883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5887EC-033B-C057-1A60-0EDF3C47FE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3B85F9-E70D-44CA-9B7D-60D5AFD6384D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1B83AA-5811-1509-A025-9140717CC4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DA1A38-B52F-F04E-85D1-57CA3AF15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6068AC-EE4B-4CF2-8774-18E1EF46FF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5792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8ADE712D-3F32-8B7B-F036-A888A19C2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79" y="214119"/>
            <a:ext cx="4505954" cy="277216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554A47E-E01D-56B9-726D-661D1F43A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1718" y="133145"/>
            <a:ext cx="2629267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08672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BPC BPC</dc:creator>
  <cp:lastModifiedBy>BPC BPC</cp:lastModifiedBy>
  <cp:revision>2</cp:revision>
  <dcterms:created xsi:type="dcterms:W3CDTF">2026-04-17T17:16:12Z</dcterms:created>
  <dcterms:modified xsi:type="dcterms:W3CDTF">2026-04-17T17:44:14Z</dcterms:modified>
</cp:coreProperties>
</file>